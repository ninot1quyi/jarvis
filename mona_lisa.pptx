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457200"/>
            <a:ext cx="7315200" cy="11887200"/>
          </a:xfrm>
          <a:prstGeom prst="roundRect">
            <a:avLst/>
          </a:prstGeom>
          <a:solidFill>
            <a:srgbClr val="55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731520"/>
            <a:ext cx="6766560" cy="11338560"/>
          </a:xfrm>
          <a:prstGeom prst="roundRect">
            <a:avLst/>
          </a:prstGeom>
          <a:solidFill>
            <a:srgbClr val="82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6400800" cy="10972800"/>
          </a:xfrm>
          <a:prstGeom prst="roundRect">
            <a:avLst/>
          </a:prstGeom>
          <a:solidFill>
            <a:srgbClr val="B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097280"/>
            <a:ext cx="6035040" cy="10607040"/>
          </a:xfrm>
          <a:prstGeom prst="roundRect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74720" y="2286000"/>
            <a:ext cx="2560320" cy="3474720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49039" y="2011680"/>
            <a:ext cx="2011680" cy="1645920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31920" y="5029200"/>
            <a:ext cx="1645920" cy="1097280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6080" y="1645920"/>
            <a:ext cx="914400" cy="13716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1645920"/>
            <a:ext cx="914400" cy="13716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0" y="2286000"/>
            <a:ext cx="1371600" cy="27432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0" y="2286000"/>
            <a:ext cx="1371600" cy="27432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0320" y="3657600"/>
            <a:ext cx="1645920" cy="36576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0" y="3657600"/>
            <a:ext cx="1645920" cy="36576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3200" y="5943600"/>
            <a:ext cx="1828800" cy="2286000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3200400"/>
            <a:ext cx="731520" cy="73152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3200400"/>
            <a:ext cx="731520" cy="73152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03120" y="4114800"/>
            <a:ext cx="914400" cy="91440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4114800"/>
            <a:ext cx="914400" cy="91440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86000" y="5029200"/>
            <a:ext cx="640080" cy="64008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5029200"/>
            <a:ext cx="640080" cy="64008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0" y="1645920"/>
            <a:ext cx="4389120" cy="914400"/>
          </a:xfrm>
          <a:prstGeom prst="roundRect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0" y="3200400"/>
            <a:ext cx="548640" cy="274320"/>
          </a:xfrm>
          <a:prstGeom prst="ellipse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77639" y="3246120"/>
            <a:ext cx="274320" cy="22860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20640" y="3200400"/>
            <a:ext cx="548640" cy="274320"/>
          </a:xfrm>
          <a:prstGeom prst="ellipse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57800" y="3246120"/>
            <a:ext cx="274320" cy="228600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749039" y="3017520"/>
            <a:ext cx="731520" cy="91440"/>
          </a:xfrm>
          <a:prstGeom prst="roundRect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0" y="3017520"/>
            <a:ext cx="731520" cy="91440"/>
          </a:xfrm>
          <a:prstGeom prst="roundRect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80560" y="3566160"/>
            <a:ext cx="457200" cy="731520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3400" y="3840480"/>
            <a:ext cx="274320" cy="457200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06240" y="4389120"/>
            <a:ext cx="1097280" cy="274320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97680" y="4297680"/>
            <a:ext cx="914400" cy="182880"/>
          </a:xfrm>
          <a:prstGeom prst="ellipse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80" y="5303520"/>
            <a:ext cx="914400" cy="1371600"/>
          </a:xfrm>
          <a:prstGeom prst="roundRect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5486400"/>
            <a:ext cx="274320" cy="1097280"/>
          </a:xfrm>
          <a:prstGeom prst="roundRect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0" y="6583680"/>
            <a:ext cx="2194560" cy="731520"/>
          </a:xfrm>
          <a:prstGeom prst="roundRect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200" y="6858000"/>
            <a:ext cx="4023360" cy="4572000"/>
          </a:xfrm>
          <a:prstGeom prst="roundRect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0" y="7315200"/>
            <a:ext cx="274320" cy="3657600"/>
          </a:xfrm>
          <a:prstGeom prst="roundRect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14800" y="7315200"/>
            <a:ext cx="182880" cy="3657600"/>
          </a:xfrm>
          <a:prstGeom prst="roundRect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0" y="7315200"/>
            <a:ext cx="182880" cy="3657600"/>
          </a:xfrm>
          <a:prstGeom prst="roundRect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43600" y="7315200"/>
            <a:ext cx="274320" cy="3657600"/>
          </a:xfrm>
          <a:prstGeom prst="roundRect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26080" y="7132320"/>
            <a:ext cx="2286000" cy="731520"/>
          </a:xfrm>
          <a:prstGeom prst="roundRect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89120" y="7315200"/>
            <a:ext cx="2286000" cy="731520"/>
          </a:xfrm>
          <a:prstGeom prst="roundRect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43200" y="7498079"/>
            <a:ext cx="1097280" cy="822960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69280" y="7589520"/>
            <a:ext cx="1097280" cy="822960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60720" y="7680960"/>
            <a:ext cx="137160" cy="548640"/>
          </a:xfrm>
          <a:prstGeom prst="roundRect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43600" y="7772400"/>
            <a:ext cx="137160" cy="548640"/>
          </a:xfrm>
          <a:prstGeom prst="roundRect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26480" y="7772400"/>
            <a:ext cx="137160" cy="548640"/>
          </a:xfrm>
          <a:prstGeom prst="roundRect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9360" y="7680960"/>
            <a:ext cx="137160" cy="457200"/>
          </a:xfrm>
          <a:prstGeom prst="roundRect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1828800" y="9601200"/>
            <a:ext cx="1828800" cy="1828800"/>
          </a:xfrm>
          <a:prstGeom prst="triangle">
            <a:avLst/>
          </a:prstGeom>
          <a:solidFill>
            <a:srgbClr val="6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3200400" y="9875520"/>
            <a:ext cx="2286000" cy="1554480"/>
          </a:xfrm>
          <a:prstGeom prst="triangle">
            <a:avLst/>
          </a:prstGeom>
          <a:solidFill>
            <a:srgbClr val="55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5303520" y="9601200"/>
            <a:ext cx="1828800" cy="1828800"/>
          </a:xfrm>
          <a:prstGeom prst="triangle">
            <a:avLst/>
          </a:prstGeom>
          <a:solidFill>
            <a:srgbClr val="6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657600" y="10515600"/>
            <a:ext cx="2286000" cy="731520"/>
          </a:xfrm>
          <a:prstGeom prst="roundRect">
            <a:avLst/>
          </a:prstGeom>
          <a:solidFill>
            <a:srgbClr val="55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0" y="11430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22823"/>
                </a:solidFill>
              </a:defRPr>
            </a:pPr>
            <a:r>
              <a:t>Mona Lisa - 蒙娜丽莎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1188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8553C"/>
                </a:solidFill>
              </a:defRPr>
            </a:pPr>
            <a:r>
              <a:t>PowerPoint Art by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