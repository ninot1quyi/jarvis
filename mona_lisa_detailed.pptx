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0"/>
          </a:xfrm>
          <a:prstGeom prst="rect">
            <a:avLst/>
          </a:prstGeom>
          <a:solidFill>
            <a:srgbClr val="30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274320"/>
            <a:ext cx="6400800" cy="9601200"/>
          </a:xfrm>
          <a:prstGeom prst="roundRect">
            <a:avLst>
              <a:gd name="adj" fmla="val 45000"/>
            </a:avLst>
          </a:prstGeom>
          <a:solidFill>
            <a:srgbClr val="3E504B"/>
          </a:solidFill>
          <a:ln w="50800">
            <a:solidFill>
              <a:srgbClr val="503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91640" y="548640"/>
            <a:ext cx="5760720" cy="8961120"/>
          </a:xfrm>
          <a:prstGeom prst="ellipse">
            <a:avLst/>
          </a:prstGeom>
          <a:solidFill>
            <a:srgbClr val="37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822960"/>
            <a:ext cx="5120640" cy="4114800"/>
          </a:xfrm>
          <a:prstGeom prst="ellipse">
            <a:avLst/>
          </a:prstGeom>
          <a:solidFill>
            <a:srgbClr val="344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548640"/>
            <a:ext cx="4754880" cy="2743200"/>
          </a:xfrm>
          <a:prstGeom prst="ellipse">
            <a:avLst/>
          </a:prstGeom>
          <a:solidFill>
            <a:srgbClr val="28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286000" y="2560320"/>
            <a:ext cx="1645920" cy="1645920"/>
          </a:xfrm>
          <a:prstGeom prst="triangle">
            <a:avLst/>
          </a:prstGeom>
          <a:solidFill>
            <a:srgbClr val="263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3657600" y="2286000"/>
            <a:ext cx="2011680" cy="2011680"/>
          </a:xfrm>
          <a:prstGeom prst="triangle">
            <a:avLst/>
          </a:prstGeom>
          <a:solidFill>
            <a:srgbClr val="2C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5029200" y="2651760"/>
            <a:ext cx="1463040" cy="1463040"/>
          </a:xfrm>
          <a:prstGeom prst="triangle">
            <a:avLst/>
          </a:prstGeom>
          <a:solidFill>
            <a:srgbClr val="263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2560320" y="2926080"/>
            <a:ext cx="1097280" cy="1280160"/>
          </a:xfrm>
          <a:prstGeom prst="triangle">
            <a:avLst/>
          </a:prstGeom>
          <a:solidFill>
            <a:srgbClr val="2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5303520" y="2743200"/>
            <a:ext cx="1280160" cy="1463040"/>
          </a:xfrm>
          <a:prstGeom prst="triangle">
            <a:avLst/>
          </a:prstGeom>
          <a:solidFill>
            <a:srgbClr val="1C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4389120" y="3108960"/>
            <a:ext cx="822960" cy="1005840"/>
          </a:xfrm>
          <a:prstGeom prst="triangle">
            <a:avLst/>
          </a:prstGeom>
          <a:solidFill>
            <a:srgbClr val="23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7360" y="3840480"/>
            <a:ext cx="5669280" cy="1645920"/>
          </a:xfrm>
          <a:prstGeom prst="ellipse">
            <a:avLst/>
          </a:prstGeom>
          <a:solidFill>
            <a:srgbClr val="263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3E504B"/>
          </a:solidFill>
          <a:ln w="25400">
            <a:solidFill>
              <a:srgbClr val="503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40480" y="914400"/>
            <a:ext cx="1463040" cy="1463040"/>
          </a:xfrm>
          <a:prstGeom prst="ellipse">
            <a:avLst/>
          </a:prstGeom>
          <a:solidFill>
            <a:srgbClr val="37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77639" y="1051560"/>
            <a:ext cx="1188720" cy="1188720"/>
          </a:xfrm>
          <a:prstGeom prst="ellipse">
            <a:avLst/>
          </a:prstGeom>
          <a:solidFill>
            <a:srgbClr val="32413C"/>
          </a:solidFill>
          <a:ln w="12700">
            <a:solidFill>
              <a:srgbClr val="503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80" y="3474720"/>
            <a:ext cx="3291840" cy="6858000"/>
          </a:xfrm>
          <a:prstGeom prst="ellipse">
            <a:avLst/>
          </a:prstGeom>
          <a:solidFill>
            <a:srgbClr val="37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60320" y="5943600"/>
            <a:ext cx="4023360" cy="5303520"/>
          </a:xfrm>
          <a:prstGeom prst="ellipse">
            <a:avLst/>
          </a:prstGeom>
          <a:solidFill>
            <a:srgbClr val="26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0" y="6400800"/>
            <a:ext cx="1645920" cy="4572000"/>
          </a:xfrm>
          <a:prstGeom prst="ellipse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43200" y="6217920"/>
            <a:ext cx="1097280" cy="4114800"/>
          </a:xfrm>
          <a:prstGeom prst="ellipse">
            <a:avLst/>
          </a:prstGeom>
          <a:solidFill>
            <a:srgbClr val="37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11680" y="5303520"/>
            <a:ext cx="1645920" cy="1097280"/>
          </a:xfrm>
          <a:prstGeom prst="ellipse">
            <a:avLst/>
          </a:prstGeom>
          <a:solidFill>
            <a:srgbClr val="26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0" y="5303520"/>
            <a:ext cx="1645920" cy="1097280"/>
          </a:xfrm>
          <a:prstGeom prst="ellipse">
            <a:avLst/>
          </a:prstGeom>
          <a:solidFill>
            <a:srgbClr val="26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49039" y="5303520"/>
            <a:ext cx="1645920" cy="1097280"/>
          </a:xfrm>
          <a:prstGeom prst="roundRect">
            <a:avLst>
              <a:gd name="adj" fmla="val 60000"/>
            </a:avLst>
          </a:prstGeom>
          <a:solidFill>
            <a:srgbClr val="26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0" y="54864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5A5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585216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37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9120" y="5833872"/>
            <a:ext cx="365760" cy="320040"/>
          </a:xfrm>
          <a:prstGeom prst="ellipse">
            <a:avLst/>
          </a:prstGeom>
          <a:solidFill>
            <a:srgbClr val="C39E3C"/>
          </a:solidFill>
          <a:ln w="6350">
            <a:solidFill>
              <a:srgbClr val="A0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51960" y="5486400"/>
            <a:ext cx="274320" cy="274320"/>
          </a:xfrm>
          <a:prstGeom prst="ellipse">
            <a:avLst/>
          </a:prstGeom>
          <a:solidFill>
            <a:srgbClr val="C39E3C"/>
          </a:solidFill>
          <a:ln w="3810">
            <a:solidFill>
              <a:srgbClr val="A0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23360" y="5760720"/>
            <a:ext cx="182880" cy="182880"/>
          </a:xfrm>
          <a:prstGeom prst="ellipse">
            <a:avLst/>
          </a:prstGeom>
          <a:solidFill>
            <a:srgbClr val="C3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5760720"/>
            <a:ext cx="182880" cy="182880"/>
          </a:xfrm>
          <a:prstGeom prst="ellipse">
            <a:avLst/>
          </a:prstGeom>
          <a:solidFill>
            <a:srgbClr val="C3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86000" y="6217920"/>
            <a:ext cx="2286000" cy="822960"/>
          </a:xfrm>
          <a:prstGeom prst="ellipse">
            <a:avLst/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68880" y="5943600"/>
            <a:ext cx="320040" cy="100584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0" y="5943600"/>
            <a:ext cx="320040" cy="100584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63240" y="5943600"/>
            <a:ext cx="320040" cy="100584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37560" y="5943600"/>
            <a:ext cx="320040" cy="100584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66160" y="5943600"/>
            <a:ext cx="320040" cy="100584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97480" y="6035040"/>
            <a:ext cx="91440" cy="82296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71800" y="6035040"/>
            <a:ext cx="91440" cy="82296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91840" y="6035040"/>
            <a:ext cx="91440" cy="82296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66160" y="6035040"/>
            <a:ext cx="91440" cy="82296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794760" y="6035040"/>
            <a:ext cx="91440" cy="82296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57600" y="5943600"/>
            <a:ext cx="2286000" cy="822960"/>
          </a:xfrm>
          <a:prstGeom prst="ellipse">
            <a:avLst/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840480" y="5577840"/>
            <a:ext cx="320040" cy="109728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60520" y="5577840"/>
            <a:ext cx="320040" cy="109728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34840" y="5577840"/>
            <a:ext cx="320040" cy="109728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09160" y="5577840"/>
            <a:ext cx="320040" cy="109728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937760" y="5577840"/>
            <a:ext cx="320040" cy="1097280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069080" y="5669280"/>
            <a:ext cx="91440" cy="91440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89120" y="5669280"/>
            <a:ext cx="91440" cy="91440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63440" y="5669280"/>
            <a:ext cx="91440" cy="91440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937760" y="5669280"/>
            <a:ext cx="91440" cy="91440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166360" y="5669280"/>
            <a:ext cx="91440" cy="914400"/>
          </a:xfrm>
          <a:prstGeom prst="roundRect">
            <a:avLst>
              <a:gd name="adj" fmla="val 4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114800" y="6583680"/>
            <a:ext cx="1645920" cy="45720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840480" y="4572000"/>
            <a:ext cx="1463040" cy="1280160"/>
          </a:xfrm>
          <a:prstGeom prst="ellipse">
            <a:avLst/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794760" y="4663440"/>
            <a:ext cx="457200" cy="109728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892040" y="4663440"/>
            <a:ext cx="457200" cy="109728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5486400"/>
            <a:ext cx="1371600" cy="137160"/>
          </a:xfrm>
          <a:prstGeom prst="roundRect">
            <a:avLst>
              <a:gd name="adj" fmla="val 5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72000" y="5486400"/>
            <a:ext cx="1371600" cy="137160"/>
          </a:xfrm>
          <a:prstGeom prst="roundRect">
            <a:avLst>
              <a:gd name="adj" fmla="val 5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560320" y="2011680"/>
            <a:ext cx="4023360" cy="292608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651760" y="2194560"/>
            <a:ext cx="3840480" cy="2560320"/>
          </a:xfrm>
          <a:prstGeom prst="ellipse">
            <a:avLst/>
          </a:prstGeom>
          <a:solidFill>
            <a:srgbClr val="231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03120" y="3200400"/>
            <a:ext cx="1371600" cy="320040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86000" y="4114800"/>
            <a:ext cx="914400" cy="2286000"/>
          </a:xfrm>
          <a:prstGeom prst="ellipse">
            <a:avLst/>
          </a:prstGeom>
          <a:solidFill>
            <a:srgbClr val="231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669280" y="3200400"/>
            <a:ext cx="1371600" cy="320040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43600" y="4114800"/>
            <a:ext cx="914400" cy="2286000"/>
          </a:xfrm>
          <a:prstGeom prst="ellipse">
            <a:avLst/>
          </a:prstGeom>
          <a:solidFill>
            <a:srgbClr val="231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200400" y="2011680"/>
            <a:ext cx="1828800" cy="1097280"/>
          </a:xfrm>
          <a:prstGeom prst="ellipse">
            <a:avLst/>
          </a:prstGeom>
          <a:solidFill>
            <a:srgbClr val="2D2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2194560"/>
            <a:ext cx="3474720" cy="164592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743200" y="2286000"/>
            <a:ext cx="914400" cy="73152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383280" y="2286000"/>
            <a:ext cx="822960" cy="73152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023360" y="2286000"/>
            <a:ext cx="822960" cy="73152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663440" y="2286000"/>
            <a:ext cx="731520" cy="73152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377440" y="2743200"/>
            <a:ext cx="731520" cy="182880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035040" y="2743200"/>
            <a:ext cx="731520" cy="1828800"/>
          </a:xfrm>
          <a:prstGeom prst="ellipse">
            <a:avLst/>
          </a:prstGeom>
          <a:solidFill>
            <a:srgbClr val="16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926080" y="2377440"/>
            <a:ext cx="3291840" cy="3657600"/>
          </a:xfrm>
          <a:prstGeom prst="ellipse">
            <a:avLst/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120640" y="2560320"/>
            <a:ext cx="1371600" cy="320040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926080" y="2560320"/>
            <a:ext cx="731520" cy="3200400"/>
          </a:xfrm>
          <a:prstGeom prst="ellipse">
            <a:avLst/>
          </a:prstGeom>
          <a:solidFill>
            <a:srgbClr val="D7B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840480" y="5303520"/>
            <a:ext cx="1463040" cy="1097280"/>
          </a:xfrm>
          <a:prstGeom prst="ellipse">
            <a:avLst/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572000" y="5669280"/>
            <a:ext cx="822960" cy="73152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43200" y="3291840"/>
            <a:ext cx="365760" cy="640080"/>
          </a:xfrm>
          <a:prstGeom prst="ellipse">
            <a:avLst/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816352" y="3401568"/>
            <a:ext cx="182880" cy="36576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88920" y="3840480"/>
            <a:ext cx="137160" cy="182880"/>
          </a:xfrm>
          <a:prstGeom prst="ellipse">
            <a:avLst/>
          </a:prstGeom>
          <a:solidFill>
            <a:srgbClr val="C39E3C"/>
          </a:solidFill>
          <a:ln w="3810">
            <a:solidFill>
              <a:srgbClr val="A0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035040" y="3291840"/>
            <a:ext cx="365760" cy="640080"/>
          </a:xfrm>
          <a:prstGeom prst="ellipse">
            <a:avLst/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053328" y="3401568"/>
            <a:ext cx="182880" cy="36576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126480" y="3840480"/>
            <a:ext cx="137160" cy="182880"/>
          </a:xfrm>
          <a:prstGeom prst="ellipse">
            <a:avLst/>
          </a:prstGeom>
          <a:solidFill>
            <a:srgbClr val="C39E3C"/>
          </a:solidFill>
          <a:ln w="3810">
            <a:solidFill>
              <a:srgbClr val="A0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246120" y="3200400"/>
            <a:ext cx="960120" cy="164592"/>
          </a:xfrm>
          <a:prstGeom prst="roundRect">
            <a:avLst>
              <a:gd name="adj" fmla="val 85000"/>
            </a:avLst>
          </a:prstGeom>
          <a:solidFill>
            <a:srgbClr val="1E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114800" y="3182112"/>
            <a:ext cx="182880" cy="201168"/>
          </a:xfrm>
          <a:prstGeom prst="ellipse">
            <a:avLst/>
          </a:prstGeom>
          <a:solidFill>
            <a:srgbClr val="1E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937760" y="3200400"/>
            <a:ext cx="960120" cy="164592"/>
          </a:xfrm>
          <a:prstGeom prst="roundRect">
            <a:avLst>
              <a:gd name="adj" fmla="val 85000"/>
            </a:avLst>
          </a:prstGeom>
          <a:solidFill>
            <a:srgbClr val="1E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937760" y="3182112"/>
            <a:ext cx="182880" cy="201168"/>
          </a:xfrm>
          <a:prstGeom prst="ellipse">
            <a:avLst/>
          </a:prstGeom>
          <a:solidFill>
            <a:srgbClr val="1E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00400" y="3383280"/>
            <a:ext cx="822960" cy="45720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91840" y="3401568"/>
            <a:ext cx="640080" cy="384048"/>
          </a:xfrm>
          <a:prstGeom prst="ellipse">
            <a:avLst/>
          </a:prstGeom>
          <a:solidFill>
            <a:srgbClr val="F2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73552" y="3383280"/>
            <a:ext cx="676656" cy="402336"/>
          </a:xfrm>
          <a:prstGeom prst="ellipse">
            <a:avLst/>
          </a:prstGeom>
          <a:solidFill>
            <a:srgbClr val="AC8A64"/>
          </a:solidFill>
          <a:ln w="6350">
            <a:solidFill>
              <a:srgbClr val="8C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429000" y="3456432"/>
            <a:ext cx="256032" cy="256032"/>
          </a:xfrm>
          <a:prstGeom prst="ellipse">
            <a:avLst/>
          </a:prstGeom>
          <a:solidFill>
            <a:srgbClr val="14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493008" y="34747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401568" y="356616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273552" y="3364992"/>
            <a:ext cx="676656" cy="164592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120640" y="3383280"/>
            <a:ext cx="822960" cy="45720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212080" y="3401568"/>
            <a:ext cx="640080" cy="384048"/>
          </a:xfrm>
          <a:prstGeom prst="ellipse">
            <a:avLst/>
          </a:prstGeom>
          <a:solidFill>
            <a:srgbClr val="F2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193792" y="3383280"/>
            <a:ext cx="676656" cy="402336"/>
          </a:xfrm>
          <a:prstGeom prst="ellipse">
            <a:avLst/>
          </a:prstGeom>
          <a:solidFill>
            <a:srgbClr val="AC8A64"/>
          </a:solidFill>
          <a:ln w="6350">
            <a:solidFill>
              <a:srgbClr val="8C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49240" y="3456432"/>
            <a:ext cx="256032" cy="256032"/>
          </a:xfrm>
          <a:prstGeom prst="ellipse">
            <a:avLst/>
          </a:prstGeom>
          <a:solidFill>
            <a:srgbClr val="14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413248" y="34747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321808" y="356616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193792" y="3364992"/>
            <a:ext cx="676656" cy="164592"/>
          </a:xfrm>
          <a:prstGeom prst="roundRect">
            <a:avLst>
              <a:gd name="adj" fmla="val 30000"/>
            </a:avLst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343400" y="3703320"/>
            <a:ext cx="274320" cy="914400"/>
          </a:xfrm>
          <a:prstGeom prst="roundRect">
            <a:avLst>
              <a:gd name="adj" fmla="val 2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251960" y="4434840"/>
            <a:ext cx="502920" cy="411480"/>
          </a:xfrm>
          <a:prstGeom prst="ellipse">
            <a:avLst/>
          </a:prstGeom>
          <a:solidFill>
            <a:srgbClr val="C6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206240" y="4480560"/>
            <a:ext cx="228600" cy="27432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572000" y="4480560"/>
            <a:ext cx="228600" cy="27432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51960" y="4617720"/>
            <a:ext cx="137160" cy="109728"/>
          </a:xfrm>
          <a:prstGeom prst="ellipse">
            <a:avLst/>
          </a:prstGeom>
          <a:solidFill>
            <a:srgbClr val="785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617720" y="4617720"/>
            <a:ext cx="137160" cy="109728"/>
          </a:xfrm>
          <a:prstGeom prst="ellipse">
            <a:avLst/>
          </a:prstGeom>
          <a:solidFill>
            <a:srgbClr val="785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108960" y="3931920"/>
            <a:ext cx="640080" cy="411480"/>
          </a:xfrm>
          <a:prstGeom prst="ellipse">
            <a:avLst/>
          </a:prstGeom>
          <a:solidFill>
            <a:srgbClr val="C0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394960" y="3931920"/>
            <a:ext cx="640080" cy="411480"/>
          </a:xfrm>
          <a:prstGeom prst="ellipse">
            <a:avLst/>
          </a:prstGeom>
          <a:solidFill>
            <a:srgbClr val="C0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3931920" y="4709160"/>
            <a:ext cx="1188720" cy="182880"/>
          </a:xfrm>
          <a:prstGeom prst="roundRect">
            <a:avLst>
              <a:gd name="adj" fmla="val 80000"/>
            </a:avLst>
          </a:prstGeom>
          <a:solidFill>
            <a:srgbClr val="AA6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434840" y="4617720"/>
            <a:ext cx="182880" cy="164592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886200" y="4846320"/>
            <a:ext cx="1280160" cy="292608"/>
          </a:xfrm>
          <a:prstGeom prst="roundRect">
            <a:avLst>
              <a:gd name="adj" fmla="val 75000"/>
            </a:avLst>
          </a:prstGeom>
          <a:solidFill>
            <a:srgbClr val="AA6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886200" y="4864608"/>
            <a:ext cx="228600" cy="182880"/>
          </a:xfrm>
          <a:prstGeom prst="ellipse">
            <a:avLst/>
          </a:prstGeom>
          <a:solidFill>
            <a:srgbClr val="915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937760" y="4864608"/>
            <a:ext cx="228600" cy="182880"/>
          </a:xfrm>
          <a:prstGeom prst="ellipse">
            <a:avLst/>
          </a:prstGeom>
          <a:solidFill>
            <a:srgbClr val="915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23360" y="5074920"/>
            <a:ext cx="1005840" cy="274320"/>
          </a:xfrm>
          <a:prstGeom prst="ellipse">
            <a:avLst/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4297680" y="516636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AC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417320" y="320040"/>
            <a:ext cx="6309360" cy="9509760"/>
          </a:xfrm>
          <a:prstGeom prst="roundRect">
            <a:avLst>
              <a:gd name="adj" fmla="val 45000"/>
            </a:avLst>
          </a:prstGeom>
          <a:solidFill>
            <a:srgbClr val="3E504B"/>
          </a:solidFill>
          <a:ln w="38100">
            <a:solidFill>
              <a:srgbClr val="503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40680" y="1600200"/>
            <a:ext cx="91440" cy="91440"/>
          </a:xfrm>
          <a:prstGeom prst="ellipse">
            <a:avLst/>
          </a:prstGeom>
          <a:solidFill>
            <a:srgbClr val="C3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18173" y="1965960"/>
            <a:ext cx="91440" cy="91440"/>
          </a:xfrm>
          <a:prstGeom prst="ellipse">
            <a:avLst/>
          </a:prstGeom>
          <a:solidFill>
            <a:srgbClr val="C3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983480" y="2233714"/>
            <a:ext cx="91440" cy="91440"/>
          </a:xfrm>
          <a:prstGeom prst="ellipse">
            <a:avLst/>
          </a:prstGeom>
          <a:solidFill>
            <a:srgbClr val="C3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18173" y="1234440"/>
            <a:ext cx="91440" cy="91440"/>
          </a:xfrm>
          <a:prstGeom prst="ellipse">
            <a:avLst/>
          </a:prstGeom>
          <a:solidFill>
            <a:srgbClr val="C3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83480" y="966685"/>
            <a:ext cx="91440" cy="91440"/>
          </a:xfrm>
          <a:prstGeom prst="ellipse">
            <a:avLst/>
          </a:prstGeom>
          <a:solidFill>
            <a:srgbClr val="C3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371600" y="9326880"/>
            <a:ext cx="6400800" cy="36576"/>
          </a:xfrm>
          <a:prstGeom prst="rect">
            <a:avLst/>
          </a:prstGeom>
          <a:solidFill>
            <a:srgbClr val="503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371600" y="9509760"/>
            <a:ext cx="6400800" cy="36576"/>
          </a:xfrm>
          <a:prstGeom prst="rect">
            <a:avLst/>
          </a:prstGeom>
          <a:solidFill>
            <a:srgbClr val="503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371600" y="9692640"/>
            <a:ext cx="6400800" cy="36576"/>
          </a:xfrm>
          <a:prstGeom prst="rect">
            <a:avLst/>
          </a:prstGeom>
          <a:solidFill>
            <a:srgbClr val="503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371600" y="9875520"/>
            <a:ext cx="6400800" cy="36576"/>
          </a:xfrm>
          <a:prstGeom prst="rect">
            <a:avLst/>
          </a:prstGeom>
          <a:solidFill>
            <a:srgbClr val="503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200400" y="9144000"/>
            <a:ext cx="2743200" cy="54864"/>
          </a:xfrm>
          <a:prstGeom prst="rect">
            <a:avLst/>
          </a:prstGeom>
          <a:solidFill>
            <a:srgbClr val="C3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297680" y="9281160"/>
            <a:ext cx="548640" cy="274320"/>
          </a:xfrm>
          <a:prstGeom prst="ellipse">
            <a:avLst/>
          </a:prstGeom>
          <a:solidFill>
            <a:srgbClr val="3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