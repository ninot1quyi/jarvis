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2743200"/>
            <a:ext cx="4572000" cy="2743200"/>
          </a:xfrm>
          <a:prstGeom prst="rect">
            <a:avLst/>
          </a:prstGeom>
          <a:solidFill>
            <a:srgbClr val="FFE6C8"/>
          </a:solidFill>
          <a:ln>
            <a:solidFill>
              <a:srgbClr val="96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0" y="1645920"/>
            <a:ext cx="5486400" cy="1371600"/>
          </a:xfrm>
          <a:prstGeom prst="triangle">
            <a:avLst/>
          </a:prstGeom>
          <a:solidFill>
            <a:srgbClr val="B4503C"/>
          </a:solidFill>
          <a:ln>
            <a:solidFill>
              <a:srgbClr val="823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4114800"/>
            <a:ext cx="914400" cy="1371600"/>
          </a:xfrm>
          <a:prstGeom prst="roundRect">
            <a:avLst>
              <a:gd name="adj" fmla="val 10000"/>
            </a:avLst>
          </a:prstGeom>
          <a:solidFill>
            <a:srgbClr val="785028"/>
          </a:solidFill>
          <a:ln>
            <a:solidFill>
              <a:srgbClr val="503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46320" y="4846320"/>
            <a:ext cx="137160" cy="137160"/>
          </a:xfrm>
          <a:prstGeom prst="ellipse">
            <a:avLst/>
          </a:prstGeom>
          <a:solidFill>
            <a:srgbClr val="DC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3200400"/>
            <a:ext cx="1097280" cy="1097280"/>
          </a:xfrm>
          <a:prstGeom prst="rect">
            <a:avLst/>
          </a:prstGeom>
          <a:solidFill>
            <a:srgbClr val="B4DC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51760" y="3611880"/>
            <a:ext cx="1097280" cy="54864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3200400"/>
            <a:ext cx="54864" cy="109728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94960" y="3200400"/>
            <a:ext cx="1097280" cy="1097280"/>
          </a:xfrm>
          <a:prstGeom prst="rect">
            <a:avLst/>
          </a:prstGeom>
          <a:solidFill>
            <a:srgbClr val="B4DC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4960" y="3611880"/>
            <a:ext cx="1097280" cy="54864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3200400"/>
            <a:ext cx="54864" cy="109728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371600"/>
            <a:ext cx="457200" cy="1097280"/>
          </a:xfrm>
          <a:prstGeom prst="rect">
            <a:avLst/>
          </a:prstGeom>
          <a:solidFill>
            <a:srgbClr val="A0503C"/>
          </a:solidFill>
          <a:ln>
            <a:solidFill>
              <a:srgbClr val="643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0" y="731520"/>
            <a:ext cx="914400" cy="914400"/>
          </a:xfrm>
          <a:prstGeom prst="ellipse">
            <a:avLst/>
          </a:prstGeom>
          <a:solidFill>
            <a:srgbClr val="FFD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50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5486400"/>
            <a:ext cx="731520" cy="1371600"/>
          </a:xfrm>
          <a:prstGeom prst="rect">
            <a:avLst/>
          </a:prstGeom>
          <a:solidFill>
            <a:srgbClr val="C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