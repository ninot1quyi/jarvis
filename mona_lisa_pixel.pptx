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10058400"/>
          </a:xfrm>
          <a:prstGeom prst="rect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2608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0896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9184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13716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0320" y="15544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40" y="173736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0" y="192024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10312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03120" y="22860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03120" y="24688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03120" y="265176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03120" y="283464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94560" y="301752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86000" y="32004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33832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0" y="15544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0" y="173736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46320" y="192024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37760" y="210312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0" y="22860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0" y="24688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0" y="265176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0" y="283464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37760" y="301752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6320" y="320040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33832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0480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50208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059935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69663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279392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89120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98848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08576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18304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28031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937759" y="175564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21024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730752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40480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50208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59935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69663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79392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389120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98848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608576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718304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28031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937759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047488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157216" y="1865376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11296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21024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30752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840480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950208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059935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169663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79392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89120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98848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08576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718304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828031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937759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047488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157216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266944" y="1975104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401568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511296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621024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730752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950208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059935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169663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4279392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389120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498848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608576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718304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828031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937759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047488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157216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266944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76672" y="2084831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291839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401568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511296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621024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730752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840480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50208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059935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169663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279392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389120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498848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608576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718304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28031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937759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047488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157216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6944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76672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486400" y="2194560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291839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401568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511296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621024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730752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840480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950208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059935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169663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4279392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389120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498848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4608576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718304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828031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937759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047488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5157216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266944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5376672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86400" y="2304288"/>
            <a:ext cx="73152" cy="73152"/>
          </a:xfrm>
          <a:prstGeom prst="ellipse">
            <a:avLst/>
          </a:prstGeom>
          <a:solidFill>
            <a:srgbClr val="DCB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182112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91839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401568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511296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621024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730752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840480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950208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059935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169663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279392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389120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498848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608576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718304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828031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4937759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047488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157216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266944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376672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486400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5596128" y="241401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182112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291839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401568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511296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621024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730752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840480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950208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4059935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4169663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279392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389120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498848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608576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718304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828031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4937759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5047488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157216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5266944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376672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486400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596128" y="2523744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182112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291839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401568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511296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621024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730752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840480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950208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4059935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4169663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4279392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4389120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498848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608576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4718304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828031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937759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5047488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157216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266944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5376672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486400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596128" y="263347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072384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3182112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3291839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3401568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3511296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3621024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3730752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3840480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3950208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059935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69663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279392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389120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4498848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608576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718304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828031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937759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047488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5157216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266944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5376672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5486400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596128" y="274320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3182112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291839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401568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511296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3621024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3730752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840480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950208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059935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4169663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279392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389120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4498848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608576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18304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4828031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937759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5047488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157216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5266944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376672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5486400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5596128" y="285292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3182112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291839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401568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511296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621024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3730752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840480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950208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059935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169663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279392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4389120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498848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4608576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4718304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828031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937759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047488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157216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266944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5376672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5486400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5596128" y="2962656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182112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291839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3401568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3511296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3621024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3730752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3840480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3950208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059935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4169663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279392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389120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4498848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4608576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718304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828031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937759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047488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157216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266944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376672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486400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596128" y="307238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3291839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3401568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3511296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3621024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3730752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3840480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3950208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059935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4169663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279392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4389120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498848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608576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718304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4828031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4937759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5047488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157216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5266944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5376672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5486400" y="318211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3291839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3401568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511296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621024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3730752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3840480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3950208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059935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169663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4279392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4389120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4498848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4608576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4718304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4828031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4937759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5047488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5157216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5266944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5376672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5486400" y="3291839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3401568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3511296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621024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730752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840480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3950208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059935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169663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279392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4389120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4498848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608576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4718304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4828031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4937759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5047488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5157216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266944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5376672" y="340156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3511296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3621024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3730752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3840480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950208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4059935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4169663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279392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4389120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4498848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4608576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4718304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4828031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4937759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5047488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5157216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266944" y="3511296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3621024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3730752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3840480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950208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4059935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4169663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4279392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4389120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4498848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4608576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4718304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4828031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4937759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5047488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5157216" y="3621024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3840480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3950208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4059935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4169663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4279392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4389120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4498848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4608576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4718304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4828031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937759" y="373075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3200400" y="1828800"/>
            <a:ext cx="73152" cy="73152"/>
          </a:xfrm>
          <a:prstGeom prst="ellipse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3291840" y="187451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3246120" y="17830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3840480" y="1828800"/>
            <a:ext cx="73152" cy="73152"/>
          </a:xfrm>
          <a:prstGeom prst="ellipse">
            <a:avLst/>
          </a:prstGeom>
          <a:solidFill>
            <a:srgbClr val="F0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3931920" y="187451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3886200" y="1783080"/>
            <a:ext cx="73152" cy="73152"/>
          </a:xfrm>
          <a:prstGeom prst="ellipse">
            <a:avLst/>
          </a:prstGeom>
          <a:solidFill>
            <a:srgbClr val="3E2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3566160" y="2103120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3520440" y="2194560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3566160" y="2286000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3383280" y="2560320"/>
            <a:ext cx="73152" cy="73152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3474720" y="2606040"/>
            <a:ext cx="73152" cy="73152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3566160" y="2624328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3657600" y="2633472"/>
            <a:ext cx="73152" cy="73152"/>
          </a:xfrm>
          <a:prstGeom prst="ellipse">
            <a:avLst/>
          </a:prstGeom>
          <a:solidFill>
            <a:srgbClr val="785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3749039" y="2624328"/>
            <a:ext cx="73152" cy="73152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3840480" y="2606040"/>
            <a:ext cx="73152" cy="73152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3931920" y="2560320"/>
            <a:ext cx="73152" cy="73152"/>
          </a:xfrm>
          <a:prstGeom prst="ellipse">
            <a:avLst/>
          </a:prstGeom>
          <a:solidFill>
            <a:srgbClr val="50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3840480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3950208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4059935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169663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4279392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4389120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4498848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4608576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4718304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4828031" y="384048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840480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950208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059935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4169663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4279392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4389120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4498848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4608576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718304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828031" y="395020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840480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950208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4059935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4169663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4279392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4389120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4498848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4608576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4718304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4828031" y="4059935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840480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950208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059935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4169663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279392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4389120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4498848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608576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4718304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828031" y="4169663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840480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950208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4059935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69663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4279392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4389120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4498848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608576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4718304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4828031" y="4279392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40480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950208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4059935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4169663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4279392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4389120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4498848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4608576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4718304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4828031" y="4389120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840480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3950208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4059935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4169663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4279392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4389120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4498848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4608576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4718304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4828031" y="4498848"/>
            <a:ext cx="73152" cy="73152"/>
          </a:xfrm>
          <a:prstGeom prst="ellipse">
            <a:avLst/>
          </a:prstGeom>
          <a:solidFill>
            <a:srgbClr val="C7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743200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285292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2962656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072384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3182112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3291839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340156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3511296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3621024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3730752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3840480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395020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059935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4169663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4279392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4389120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449884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4608576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4718304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4828031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4937759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504748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5157216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5266944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5376672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5486400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5596128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5705856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5815583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5925312" y="460857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285292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2962656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072384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182112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3291839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340156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3511296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3621024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3730752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3840480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95020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4059935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4169663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4279392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4389120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449884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4608576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4718304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28031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4937759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504748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5157216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5266944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5376672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5486400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5596128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5705856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5815583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5925312" y="47183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2962656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072384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3182112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3291839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401568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3511296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3621024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3730752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3840480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3950208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4059935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4169663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4279392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4389120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498848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4608576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4718304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4828031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937759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5047488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5157216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5266944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5376672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5486400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5596128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5705856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5815583" y="48280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3072384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3182112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291839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3401568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3511296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621024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3730752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3840480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3950208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059935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169663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4279392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4389120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4498848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4608576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4718304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4828031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4937759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5047488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5157216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5266944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5376672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5486400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5596128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5705856" y="493775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182112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91839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401568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511296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621024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0752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840480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3950208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059935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169663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79392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389120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498848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4608576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4718304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4828031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4937759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047488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157216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5266944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5376672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5486400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5596128" y="50474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3291839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3401568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3511296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3621024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3730752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3840480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3950208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4059935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4169663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4279392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4389120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4498848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4608576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4718304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4828031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4937759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5047488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5157216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5266944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376672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5486400" y="51572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3401568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3511296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3621024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3730752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3840480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3950208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4059935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4169663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4279392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4389120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4498848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4608576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718304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828031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4937759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5047488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5157216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5266944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5376672" y="52669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3511296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3621024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3730752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3840480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950208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4059935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4169663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4279392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4389120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4498848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4608576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4718304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4828031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4937759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5047488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5157216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5266944" y="537667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2743200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285292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2962656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3072384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3182112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3291839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340156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3511296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3621024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3730752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3840480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395020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4059935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4169663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4279392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4389120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449884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4608576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4718304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4828031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4937759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504748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5157216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5266944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5376672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5486400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5596128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5705856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5815583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5925312" y="54864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2743200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285292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2962656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072384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3182112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3291839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340156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3511296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3621024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3730752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3840480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395020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4059935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4169663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4279392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4389120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449884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4608576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4718304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4828031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4937759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04748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5157216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5266944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5376672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5486400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5596128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5705856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5815583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5925312" y="559612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2743200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285292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2962656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3072384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3182112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3291839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340156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3511296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3621024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3730752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3840480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395020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4059935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4169663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4279392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4389120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449884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4608576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4718304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4828031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4937759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504748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5157216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5266944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5376672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5486400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5596128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5705856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5815583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5925312" y="57058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743200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285292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2962656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3072384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3182112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3291839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340156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3511296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3621024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30752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3840480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395020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4059935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4169663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4279392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4389120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449884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4608576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4718304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4828031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4937759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504748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5157216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5266944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5376672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5486400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5596128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5705856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5815583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5925312" y="5815583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743200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285292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2962656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3072384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3182112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3291839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340156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3511296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3621024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3730752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3840480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395020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4059935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4169663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4279392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4389120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449884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4608576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xfrm>
            <a:off x="4718304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xfrm>
            <a:off x="4828031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4937759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xfrm>
            <a:off x="504748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xfrm>
            <a:off x="5157216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5266944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xfrm>
            <a:off x="5376672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xfrm>
            <a:off x="5486400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5596128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xfrm>
            <a:off x="5705856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xfrm>
            <a:off x="5815583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5925312" y="59253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xfrm>
            <a:off x="2743200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xfrm>
            <a:off x="285292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2962656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xfrm>
            <a:off x="3072384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xfrm>
            <a:off x="3182112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91839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xfrm>
            <a:off x="340156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xfrm>
            <a:off x="3511296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3621024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xfrm>
            <a:off x="3730752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xfrm>
            <a:off x="3840480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395020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xfrm>
            <a:off x="4059935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xfrm>
            <a:off x="4169663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xfrm>
            <a:off x="4279392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xfrm>
            <a:off x="4389120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xfrm>
            <a:off x="449884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xfrm>
            <a:off x="4608576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xfrm>
            <a:off x="4718304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xfrm>
            <a:off x="4828031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xfrm>
            <a:off x="4937759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xfrm>
            <a:off x="504748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xfrm>
            <a:off x="5157216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xfrm>
            <a:off x="5266944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xfrm>
            <a:off x="5376672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xfrm>
            <a:off x="5486400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xfrm>
            <a:off x="5596128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xfrm>
            <a:off x="5705856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xfrm>
            <a:off x="5815583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xfrm>
            <a:off x="5925312" y="603504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xfrm>
            <a:off x="2743200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xfrm>
            <a:off x="285292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xfrm>
            <a:off x="2962656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xfrm>
            <a:off x="3072384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xfrm>
            <a:off x="3182112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xfrm>
            <a:off x="3291839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xfrm>
            <a:off x="340156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xfrm>
            <a:off x="3511296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xfrm>
            <a:off x="3621024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xfrm>
            <a:off x="3730752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xfrm>
            <a:off x="3840480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xfrm>
            <a:off x="395020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xfrm>
            <a:off x="4059935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xfrm>
            <a:off x="4169663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xfrm>
            <a:off x="4279392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xfrm>
            <a:off x="4389120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xfrm>
            <a:off x="449884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xfrm>
            <a:off x="4608576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xfrm>
            <a:off x="4718304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xfrm>
            <a:off x="4828031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xfrm>
            <a:off x="4937759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xfrm>
            <a:off x="504748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xfrm>
            <a:off x="5157216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xfrm>
            <a:off x="5266944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xfrm>
            <a:off x="5376672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xfrm>
            <a:off x="5486400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xfrm>
            <a:off x="5596128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xfrm>
            <a:off x="5705856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xfrm>
            <a:off x="5815583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xfrm>
            <a:off x="5925312" y="614476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xfrm>
            <a:off x="2743200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xfrm>
            <a:off x="285292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xfrm>
            <a:off x="2962656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xfrm>
            <a:off x="3072384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xfrm>
            <a:off x="3182112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xfrm>
            <a:off x="3291839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xfrm>
            <a:off x="340156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xfrm>
            <a:off x="3511296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xfrm>
            <a:off x="3621024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xfrm>
            <a:off x="3730752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xfrm>
            <a:off x="3840480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xfrm>
            <a:off x="395020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4059935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xfrm>
            <a:off x="4169663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xfrm>
            <a:off x="4279392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xfrm>
            <a:off x="4389120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xfrm>
            <a:off x="449884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xfrm>
            <a:off x="4608576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xfrm>
            <a:off x="4718304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4828031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xfrm>
            <a:off x="4937759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xfrm>
            <a:off x="504748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xfrm>
            <a:off x="5157216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xfrm>
            <a:off x="5266944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xfrm>
            <a:off x="5376672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xfrm>
            <a:off x="5486400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96128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xfrm>
            <a:off x="5705856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xfrm>
            <a:off x="5815583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xfrm>
            <a:off x="5925312" y="625449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xfrm>
            <a:off x="2743200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xfrm>
            <a:off x="285292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xfrm>
            <a:off x="2962656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xfrm>
            <a:off x="3072384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xfrm>
            <a:off x="3182112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xfrm>
            <a:off x="3291839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xfrm>
            <a:off x="340156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xfrm>
            <a:off x="3511296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xfrm>
            <a:off x="3621024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xfrm>
            <a:off x="3730752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xfrm>
            <a:off x="3840480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xfrm>
            <a:off x="395020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xfrm>
            <a:off x="4059935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xfrm>
            <a:off x="4169663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xfrm>
            <a:off x="4279392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xfrm>
            <a:off x="4389120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xfrm>
            <a:off x="449884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xfrm>
            <a:off x="4608576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xfrm>
            <a:off x="4718304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xfrm>
            <a:off x="4828031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xfrm>
            <a:off x="4937759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xfrm>
            <a:off x="504748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5157216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5266944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5376672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xfrm>
            <a:off x="5486400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xfrm>
            <a:off x="5596128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5705856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5815583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5925312" y="636422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xfrm>
            <a:off x="2743200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xfrm>
            <a:off x="285292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xfrm>
            <a:off x="2962656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xfrm>
            <a:off x="3072384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xfrm>
            <a:off x="3182112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xfrm>
            <a:off x="3291839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xfrm>
            <a:off x="340156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xfrm>
            <a:off x="3511296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xfrm>
            <a:off x="3621024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xfrm>
            <a:off x="3730752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3840480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395020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4059935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xfrm>
            <a:off x="4169663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xfrm>
            <a:off x="4279392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xfrm>
            <a:off x="4389120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xfrm>
            <a:off x="449884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xfrm>
            <a:off x="4608576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4718304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4828031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4937759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xfrm>
            <a:off x="504748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xfrm>
            <a:off x="5157216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xfrm>
            <a:off x="5266944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xfrm>
            <a:off x="5376672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xfrm>
            <a:off x="5486400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xfrm>
            <a:off x="5596128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xfrm>
            <a:off x="5705856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5815583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5925312" y="647395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2743200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xfrm>
            <a:off x="285292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xfrm>
            <a:off x="2962656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xfrm>
            <a:off x="3072384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xfrm>
            <a:off x="3182112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xfrm>
            <a:off x="3291839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xfrm>
            <a:off x="340156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xfrm>
            <a:off x="3511296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xfrm>
            <a:off x="3621024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3730752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3840480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395020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xfrm>
            <a:off x="4059935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xfrm>
            <a:off x="4169663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xfrm>
            <a:off x="4279392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xfrm>
            <a:off x="4389120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449884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4608576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4718304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xfrm>
            <a:off x="4828031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xfrm>
            <a:off x="4937759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xfrm>
            <a:off x="504748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xfrm>
            <a:off x="5157216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xfrm>
            <a:off x="5266944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xfrm>
            <a:off x="5376672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xfrm>
            <a:off x="5486400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xfrm>
            <a:off x="5596128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xfrm>
            <a:off x="5705856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xfrm>
            <a:off x="5815583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xfrm>
            <a:off x="5925312" y="6583679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2743200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285292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2962656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xfrm>
            <a:off x="3072384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3182112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3291839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340156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xfrm>
            <a:off x="3511296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xfrm>
            <a:off x="3621024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xfrm>
            <a:off x="3730752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xfrm>
            <a:off x="3840480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395020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xfrm>
            <a:off x="4059935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xfrm>
            <a:off x="4169663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xfrm>
            <a:off x="4279392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xfrm>
            <a:off x="4389120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xfrm>
            <a:off x="449884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xfrm>
            <a:off x="4608576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xfrm>
            <a:off x="4718304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4828031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xfrm>
            <a:off x="4937759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504748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5157216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5266944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5376672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xfrm>
            <a:off x="5486400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xfrm>
            <a:off x="5596128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xfrm>
            <a:off x="5705856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xfrm>
            <a:off x="5815583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xfrm>
            <a:off x="5925312" y="669340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xfrm>
            <a:off x="2743200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xfrm>
            <a:off x="285292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xfrm>
            <a:off x="2962656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xfrm>
            <a:off x="3072384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xfrm>
            <a:off x="3182112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xfrm>
            <a:off x="3291839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xfrm>
            <a:off x="340156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xfrm>
            <a:off x="3511296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xfrm>
            <a:off x="3621024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xfrm>
            <a:off x="3730752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3840480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395020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4059935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4169663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4279392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xfrm>
            <a:off x="4389120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xfrm>
            <a:off x="449884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xfrm>
            <a:off x="4608576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xfrm>
            <a:off x="4718304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xfrm>
            <a:off x="4828031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xfrm>
            <a:off x="4937759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xfrm>
            <a:off x="504748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xfrm>
            <a:off x="5157216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xfrm>
            <a:off x="5266944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xfrm>
            <a:off x="5376672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xfrm>
            <a:off x="5486400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5596128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5705856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5815583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5925312" y="680313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2743200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xfrm>
            <a:off x="285292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xfrm>
            <a:off x="2962656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3072384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3182112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3291839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xfrm>
            <a:off x="340156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xfrm>
            <a:off x="3511296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xfrm>
            <a:off x="3621024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xfrm>
            <a:off x="3730752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xfrm>
            <a:off x="3840480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xfrm>
            <a:off x="395020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xfrm>
            <a:off x="4059935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xfrm>
            <a:off x="4169663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xfrm>
            <a:off x="4279392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xfrm>
            <a:off x="4389120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449884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4608576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4718304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xfrm>
            <a:off x="4828031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xfrm>
            <a:off x="4937759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xfrm>
            <a:off x="504748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xfrm>
            <a:off x="5157216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xfrm>
            <a:off x="5266944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5376672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5486400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5596128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xfrm>
            <a:off x="5705856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xfrm>
            <a:off x="5815583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xfrm>
            <a:off x="5925312" y="691286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xfrm>
            <a:off x="2743200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xfrm>
            <a:off x="285292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xfrm>
            <a:off x="2962656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xfrm>
            <a:off x="3072384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3182112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3291839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340156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xfrm>
            <a:off x="3511296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xfrm>
            <a:off x="3621024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xfrm>
            <a:off x="3730752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xfrm>
            <a:off x="3840480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xfrm>
            <a:off x="395020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xfrm>
            <a:off x="4059935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xfrm>
            <a:off x="4169663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xfrm>
            <a:off x="4279392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4389120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449884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4608576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xfrm>
            <a:off x="4718304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xfrm>
            <a:off x="4828031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xfrm>
            <a:off x="4937759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xfrm>
            <a:off x="504748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xfrm>
            <a:off x="5157216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xfrm>
            <a:off x="5266944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xfrm>
            <a:off x="5376672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xfrm>
            <a:off x="5486400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xfrm>
            <a:off x="5596128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xfrm>
            <a:off x="5705856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xfrm>
            <a:off x="5815583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xfrm>
            <a:off x="5925312" y="702259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xfrm>
            <a:off x="2743200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xfrm>
            <a:off x="285292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xfrm>
            <a:off x="2962656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xfrm>
            <a:off x="3072384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xfrm>
            <a:off x="3182112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xfrm>
            <a:off x="3291839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340156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3511296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3621024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xfrm>
            <a:off x="3730752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xfrm>
            <a:off x="3840480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xfrm>
            <a:off x="395020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xfrm>
            <a:off x="4059935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xfrm>
            <a:off x="4169663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xfrm>
            <a:off x="4279392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xfrm>
            <a:off x="4389120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xfrm>
            <a:off x="449884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xfrm>
            <a:off x="4608576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xfrm>
            <a:off x="4718304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xfrm>
            <a:off x="4828031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xfrm>
            <a:off x="4937759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xfrm>
            <a:off x="504748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xfrm>
            <a:off x="5157216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xfrm>
            <a:off x="5266944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xfrm>
            <a:off x="5376672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xfrm>
            <a:off x="5486400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xfrm>
            <a:off x="5596128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xfrm>
            <a:off x="5705856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xfrm>
            <a:off x="5815583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xfrm>
            <a:off x="5925312" y="713232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xfrm>
            <a:off x="2743200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xfrm>
            <a:off x="285292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xfrm>
            <a:off x="2962656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xfrm>
            <a:off x="3072384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xfrm>
            <a:off x="3182112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xfrm>
            <a:off x="3291839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xfrm>
            <a:off x="340156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xfrm>
            <a:off x="3511296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xfrm>
            <a:off x="3621024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xfrm>
            <a:off x="3730752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xfrm>
            <a:off x="3840480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xfrm>
            <a:off x="395020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xfrm>
            <a:off x="4059935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xfrm>
            <a:off x="4169663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xfrm>
            <a:off x="4279392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xfrm>
            <a:off x="4389120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xfrm>
            <a:off x="449884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xfrm>
            <a:off x="4608576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xfrm>
            <a:off x="4718304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xfrm>
            <a:off x="4828031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xfrm>
            <a:off x="4937759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xfrm>
            <a:off x="504748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xfrm>
            <a:off x="5157216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xfrm>
            <a:off x="5266944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xfrm>
            <a:off x="5376672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xfrm>
            <a:off x="5486400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xfrm>
            <a:off x="5596128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xfrm>
            <a:off x="5705856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xfrm>
            <a:off x="5815583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xfrm>
            <a:off x="5925312" y="724204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xfrm>
            <a:off x="2743200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xfrm>
            <a:off x="285292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xfrm>
            <a:off x="2962656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xfrm>
            <a:off x="3072384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xfrm>
            <a:off x="3182112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xfrm>
            <a:off x="3291839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xfrm>
            <a:off x="340156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xfrm>
            <a:off x="3511296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xfrm>
            <a:off x="3621024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xfrm>
            <a:off x="3730752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xfrm>
            <a:off x="3840480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xfrm>
            <a:off x="395020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xfrm>
            <a:off x="4059935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xfrm>
            <a:off x="4169663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xfrm>
            <a:off x="4279392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xfrm>
            <a:off x="4389120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xfrm>
            <a:off x="449884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xfrm>
            <a:off x="4608576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xfrm>
            <a:off x="4718304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xfrm>
            <a:off x="4828031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xfrm>
            <a:off x="4937759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xfrm>
            <a:off x="504748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xfrm>
            <a:off x="5157216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xfrm>
            <a:off x="5266944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xfrm>
            <a:off x="5376672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xfrm>
            <a:off x="5486400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xfrm>
            <a:off x="5596128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xfrm>
            <a:off x="5705856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xfrm>
            <a:off x="5815583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xfrm>
            <a:off x="5925312" y="7351775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xfrm>
            <a:off x="2743200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xfrm>
            <a:off x="285292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xfrm>
            <a:off x="2962656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xfrm>
            <a:off x="3072384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xfrm>
            <a:off x="3182112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xfrm>
            <a:off x="3291839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xfrm>
            <a:off x="340156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xfrm>
            <a:off x="3511296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xfrm>
            <a:off x="3621024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xfrm>
            <a:off x="3730752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xfrm>
            <a:off x="3840480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xfrm>
            <a:off x="395020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xfrm>
            <a:off x="4059935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xfrm>
            <a:off x="4169663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xfrm>
            <a:off x="4279392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xfrm>
            <a:off x="4389120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xfrm>
            <a:off x="449884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xfrm>
            <a:off x="4608576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xfrm>
            <a:off x="4718304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xfrm>
            <a:off x="4828031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xfrm>
            <a:off x="4937759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xfrm>
            <a:off x="504748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xfrm>
            <a:off x="5157216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xfrm>
            <a:off x="5266944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xfrm>
            <a:off x="5376672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xfrm>
            <a:off x="5486400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xfrm>
            <a:off x="5596128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xfrm>
            <a:off x="5705856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xfrm>
            <a:off x="5815583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xfrm>
            <a:off x="5925312" y="746150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xfrm>
            <a:off x="2743200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xfrm>
            <a:off x="285292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xfrm>
            <a:off x="2962656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xfrm>
            <a:off x="3072384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xfrm>
            <a:off x="3182112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xfrm>
            <a:off x="3291839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xfrm>
            <a:off x="340156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xfrm>
            <a:off x="3511296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xfrm>
            <a:off x="3621024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xfrm>
            <a:off x="3730752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xfrm>
            <a:off x="3840480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xfrm>
            <a:off x="395020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xfrm>
            <a:off x="4059935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xfrm>
            <a:off x="4169663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xfrm>
            <a:off x="4279392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xfrm>
            <a:off x="4389120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xfrm>
            <a:off x="449884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xfrm>
            <a:off x="4608576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xfrm>
            <a:off x="4718304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xfrm>
            <a:off x="4828031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xfrm>
            <a:off x="4937759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xfrm>
            <a:off x="504748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xfrm>
            <a:off x="5157216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xfrm>
            <a:off x="5266944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xfrm>
            <a:off x="5376672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xfrm>
            <a:off x="5486400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xfrm>
            <a:off x="5596128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xfrm>
            <a:off x="5705856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xfrm>
            <a:off x="5815583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xfrm>
            <a:off x="5925312" y="757123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xfrm>
            <a:off x="2743200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xfrm>
            <a:off x="285292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xfrm>
            <a:off x="2962656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xfrm>
            <a:off x="3072384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xfrm>
            <a:off x="3182112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xfrm>
            <a:off x="3291839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xfrm>
            <a:off x="340156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xfrm>
            <a:off x="3511296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xfrm>
            <a:off x="3621024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xfrm>
            <a:off x="3730752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xfrm>
            <a:off x="3840480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xfrm>
            <a:off x="395020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xfrm>
            <a:off x="4059935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xfrm>
            <a:off x="4169663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xfrm>
            <a:off x="4279392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xfrm>
            <a:off x="4389120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xfrm>
            <a:off x="449884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xfrm>
            <a:off x="4608576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xfrm>
            <a:off x="4718304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xfrm>
            <a:off x="4828031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xfrm>
            <a:off x="4937759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xfrm>
            <a:off x="504748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xfrm>
            <a:off x="5157216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xfrm>
            <a:off x="5266944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xfrm>
            <a:off x="5376672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xfrm>
            <a:off x="5486400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xfrm>
            <a:off x="5596128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xfrm>
            <a:off x="5705856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xfrm>
            <a:off x="5815583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xfrm>
            <a:off x="5925312" y="768096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xfrm>
            <a:off x="2743200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xfrm>
            <a:off x="285292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xfrm>
            <a:off x="2962656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xfrm>
            <a:off x="3072384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xfrm>
            <a:off x="3182112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xfrm>
            <a:off x="3291839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xfrm>
            <a:off x="340156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xfrm>
            <a:off x="3511296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xfrm>
            <a:off x="3621024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xfrm>
            <a:off x="3730752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xfrm>
            <a:off x="3840480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xfrm>
            <a:off x="395020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xfrm>
            <a:off x="4059935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xfrm>
            <a:off x="4169663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xfrm>
            <a:off x="4279392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xfrm>
            <a:off x="4389120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xfrm>
            <a:off x="449884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xfrm>
            <a:off x="4608576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xfrm>
            <a:off x="4718304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xfrm>
            <a:off x="4828031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xfrm>
            <a:off x="4937759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xfrm>
            <a:off x="504748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xfrm>
            <a:off x="5157216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xfrm>
            <a:off x="5266944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xfrm>
            <a:off x="5376672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xfrm>
            <a:off x="5486400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xfrm>
            <a:off x="5596128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xfrm>
            <a:off x="5705856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xfrm>
            <a:off x="5815583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xfrm>
            <a:off x="5925312" y="7790688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xfrm>
            <a:off x="2743200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xfrm>
            <a:off x="285292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xfrm>
            <a:off x="2962656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xfrm>
            <a:off x="3072384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xfrm>
            <a:off x="3182112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xfrm>
            <a:off x="3291839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xfrm>
            <a:off x="340156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xfrm>
            <a:off x="3511296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xfrm>
            <a:off x="3621024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xfrm>
            <a:off x="3730752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xfrm>
            <a:off x="3840480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xfrm>
            <a:off x="395020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xfrm>
            <a:off x="4059935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xfrm>
            <a:off x="4169663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xfrm>
            <a:off x="4279392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xfrm>
            <a:off x="4389120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xfrm>
            <a:off x="449884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xfrm>
            <a:off x="4608576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xfrm>
            <a:off x="4718304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xfrm>
            <a:off x="4828031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xfrm>
            <a:off x="4937759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xfrm>
            <a:off x="504748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xfrm>
            <a:off x="5157216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xfrm>
            <a:off x="5266944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xfrm>
            <a:off x="5376672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xfrm>
            <a:off x="5486400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xfrm>
            <a:off x="5596128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xfrm>
            <a:off x="5705856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xfrm>
            <a:off x="5815583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xfrm>
            <a:off x="5925312" y="790041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xfrm>
            <a:off x="2743200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xfrm>
            <a:off x="285292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xfrm>
            <a:off x="2962656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xfrm>
            <a:off x="3072384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xfrm>
            <a:off x="3182112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xfrm>
            <a:off x="3291839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xfrm>
            <a:off x="340156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xfrm>
            <a:off x="3511296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xfrm>
            <a:off x="3621024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xfrm>
            <a:off x="3730752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xfrm>
            <a:off x="3840480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xfrm>
            <a:off x="395020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xfrm>
            <a:off x="4059935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xfrm>
            <a:off x="4169663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xfrm>
            <a:off x="4279392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xfrm>
            <a:off x="4389120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xfrm>
            <a:off x="449884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xfrm>
            <a:off x="4608576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xfrm>
            <a:off x="4718304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xfrm>
            <a:off x="4828031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xfrm>
            <a:off x="4937759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xfrm>
            <a:off x="504748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xfrm>
            <a:off x="5157216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xfrm>
            <a:off x="5266944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xfrm>
            <a:off x="5376672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xfrm>
            <a:off x="5486400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xfrm>
            <a:off x="5596128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xfrm>
            <a:off x="5705856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xfrm>
            <a:off x="5815583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xfrm>
            <a:off x="5925312" y="801014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xfrm>
            <a:off x="2743200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xfrm>
            <a:off x="285292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xfrm>
            <a:off x="2962656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xfrm>
            <a:off x="3072384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xfrm>
            <a:off x="3182112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xfrm>
            <a:off x="3291839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xfrm>
            <a:off x="340156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xfrm>
            <a:off x="3511296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xfrm>
            <a:off x="3621024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xfrm>
            <a:off x="3730752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xfrm>
            <a:off x="3840480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xfrm>
            <a:off x="395020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xfrm>
            <a:off x="4059935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xfrm>
            <a:off x="4169663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xfrm>
            <a:off x="4279392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xfrm>
            <a:off x="4389120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xfrm>
            <a:off x="449884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xfrm>
            <a:off x="4608576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xfrm>
            <a:off x="4718304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xfrm>
            <a:off x="4828031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xfrm>
            <a:off x="4937759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xfrm>
            <a:off x="504748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xfrm>
            <a:off x="5157216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xfrm>
            <a:off x="5266944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xfrm>
            <a:off x="5376672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xfrm>
            <a:off x="5486400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xfrm>
            <a:off x="5596128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xfrm>
            <a:off x="5705856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xfrm>
            <a:off x="5815583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xfrm>
            <a:off x="5925312" y="8119871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xfrm>
            <a:off x="2743200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xfrm>
            <a:off x="285292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xfrm>
            <a:off x="2962656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xfrm>
            <a:off x="3072384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xfrm>
            <a:off x="3182112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xfrm>
            <a:off x="3291839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xfrm>
            <a:off x="340156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xfrm>
            <a:off x="3511296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xfrm>
            <a:off x="3621024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xfrm>
            <a:off x="3730752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xfrm>
            <a:off x="3840480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xfrm>
            <a:off x="395020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xfrm>
            <a:off x="4059935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xfrm>
            <a:off x="4169663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xfrm>
            <a:off x="4279392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xfrm>
            <a:off x="4389120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xfrm>
            <a:off x="449884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xfrm>
            <a:off x="4608576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xfrm>
            <a:off x="4718304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xfrm>
            <a:off x="4828031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xfrm>
            <a:off x="4937759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xfrm>
            <a:off x="504748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xfrm>
            <a:off x="5157216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xfrm>
            <a:off x="5266944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xfrm>
            <a:off x="5376672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xfrm>
            <a:off x="5486400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xfrm>
            <a:off x="5596128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xfrm>
            <a:off x="5705856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xfrm>
            <a:off x="5815583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xfrm>
            <a:off x="5925312" y="8229600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xfrm>
            <a:off x="2743200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xfrm>
            <a:off x="285292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xfrm>
            <a:off x="2962656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xfrm>
            <a:off x="3072384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xfrm>
            <a:off x="3182112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xfrm>
            <a:off x="3291839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xfrm>
            <a:off x="340156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xfrm>
            <a:off x="3511296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xfrm>
            <a:off x="3621024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xfrm>
            <a:off x="3730752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xfrm>
            <a:off x="3840480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xfrm>
            <a:off x="395020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xfrm>
            <a:off x="4059935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xfrm>
            <a:off x="4169663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xfrm>
            <a:off x="4279392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xfrm>
            <a:off x="4389120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xfrm>
            <a:off x="449884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xfrm>
            <a:off x="4608576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xfrm>
            <a:off x="4718304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xfrm>
            <a:off x="4828031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xfrm>
            <a:off x="4937759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xfrm>
            <a:off x="504748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xfrm>
            <a:off x="5157216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xfrm>
            <a:off x="5266944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xfrm>
            <a:off x="5376672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xfrm>
            <a:off x="5486400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xfrm>
            <a:off x="5596128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xfrm>
            <a:off x="5705856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xfrm>
            <a:off x="5815583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xfrm>
            <a:off x="5925312" y="8339327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xfrm>
            <a:off x="2743200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xfrm>
            <a:off x="285292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xfrm>
            <a:off x="2962656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xfrm>
            <a:off x="3072384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xfrm>
            <a:off x="3182112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xfrm>
            <a:off x="3291839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xfrm>
            <a:off x="340156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xfrm>
            <a:off x="3511296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xfrm>
            <a:off x="3621024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xfrm>
            <a:off x="3730752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xfrm>
            <a:off x="3840480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xfrm>
            <a:off x="395020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xfrm>
            <a:off x="4059935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xfrm>
            <a:off x="4169663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xfrm>
            <a:off x="4279392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xfrm>
            <a:off x="4389120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xfrm>
            <a:off x="449884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xfrm>
            <a:off x="4608576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xfrm>
            <a:off x="4718304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xfrm>
            <a:off x="4828031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xfrm>
            <a:off x="4937759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xfrm>
            <a:off x="504748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xfrm>
            <a:off x="5157216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xfrm>
            <a:off x="5266944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xfrm>
            <a:off x="5376672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xfrm>
            <a:off x="5486400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xfrm>
            <a:off x="5596128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xfrm>
            <a:off x="5705856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xfrm>
            <a:off x="5815583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xfrm>
            <a:off x="5925312" y="8449056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xfrm>
            <a:off x="2743200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xfrm>
            <a:off x="285292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xfrm>
            <a:off x="2962656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xfrm>
            <a:off x="3072384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xfrm>
            <a:off x="3182112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xfrm>
            <a:off x="3291839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xfrm>
            <a:off x="340156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xfrm>
            <a:off x="3511296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xfrm>
            <a:off x="3621024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xfrm>
            <a:off x="3730752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xfrm>
            <a:off x="3840480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xfrm>
            <a:off x="395020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xfrm>
            <a:off x="4059935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xfrm>
            <a:off x="4169663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xfrm>
            <a:off x="4279392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xfrm>
            <a:off x="4389120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xfrm>
            <a:off x="449884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xfrm>
            <a:off x="4608576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xfrm>
            <a:off x="4718304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xfrm>
            <a:off x="4828031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xfrm>
            <a:off x="4937759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xfrm>
            <a:off x="504748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xfrm>
            <a:off x="5157216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xfrm>
            <a:off x="5266944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xfrm>
            <a:off x="5376672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xfrm>
            <a:off x="5486400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xfrm>
            <a:off x="5596128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xfrm>
            <a:off x="5705856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xfrm>
            <a:off x="5815583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xfrm>
            <a:off x="5925312" y="8558784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xfrm>
            <a:off x="2743200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xfrm>
            <a:off x="285292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xfrm>
            <a:off x="2962656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xfrm>
            <a:off x="3072384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xfrm>
            <a:off x="3182112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xfrm>
            <a:off x="3291839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xfrm>
            <a:off x="340156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xfrm>
            <a:off x="3511296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xfrm>
            <a:off x="3621024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xfrm>
            <a:off x="3730752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xfrm>
            <a:off x="3840480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xfrm>
            <a:off x="395020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xfrm>
            <a:off x="4059935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xfrm>
            <a:off x="4169663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xfrm>
            <a:off x="4279392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xfrm>
            <a:off x="4389120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xfrm>
            <a:off x="449884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xfrm>
            <a:off x="4608576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xfrm>
            <a:off x="4718304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xfrm>
            <a:off x="4828031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xfrm>
            <a:off x="4937759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xfrm>
            <a:off x="504748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xfrm>
            <a:off x="5157216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xfrm>
            <a:off x="5266944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xfrm>
            <a:off x="5376672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xfrm>
            <a:off x="5486400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xfrm>
            <a:off x="5596128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xfrm>
            <a:off x="5705856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xfrm>
            <a:off x="5815583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xfrm>
            <a:off x="5925312" y="8668512"/>
            <a:ext cx="73152" cy="73152"/>
          </a:xfrm>
          <a:prstGeom prst="ellipse">
            <a:avLst/>
          </a:prstGeom>
          <a:solidFill>
            <a:srgbClr val="322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TextBox 1581"/>
          <p:cNvSpPr txBox="1"/>
          <p:nvPr/>
        </p:nvSpPr>
        <p:spPr>
          <a:xfrm>
            <a:off x="1828800" y="8686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322823"/>
                </a:solidFill>
              </a:defRPr>
            </a:pPr>
            <a:r>
              <a:t>像素艺术风格蒙娜丽莎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